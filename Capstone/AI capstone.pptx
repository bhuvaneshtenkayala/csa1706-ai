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FA41-DBD0-E429-B564-2441AD03E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CF912-B967-C977-17C9-7FEA002F7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4DED4-9F96-3FE7-ECF9-723C52E8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2EF9F-6645-6420-7CB6-D14E6443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3DFB6-B59F-0D56-28FB-507E8B0E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7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8585-B107-22E2-CE05-C39CAF7D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CB8F8-25F3-408C-8336-C8C0EF6C0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2260B-3A23-DC1A-33B3-51CC8DA71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74B01-44FC-EA38-5764-74427921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FC7E8-85FF-5385-548A-BFFA35A3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468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B87A-9564-AD76-5484-2BC186963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17F86-6140-D01F-C686-051DB94EF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F2E77-F6C8-7529-6535-22455DC4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C4FC9-1000-B486-7DE1-7A933806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2875D-49BA-C7B1-D658-597D88C2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962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80BC-73EC-DFB3-48A2-6FA3568D9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AC75-46AF-87C9-A89F-30D55D6D0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8FEB6-C654-6399-63F9-A09BBF9A9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A13E2-30AE-CE83-AFE0-9F1859F6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E0C2F-D564-1F20-7BE5-935D9BD2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2AA74-1131-9B48-8897-4AF44CC6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01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F652-ED95-DC39-A09D-6F71555D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D1DDA-D517-38AC-4070-D71B73D6B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238A0-D191-EECC-EF09-8E133DFE3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14592-2AAC-E637-E2E8-AF46AD189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FEDEA-6489-8F80-D76B-40A36DBF0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8E96E1-17B3-D384-8B2B-3C3F0B65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41938C-0BBA-7BB8-3A12-4312A2F5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4692E9-C94C-C6E4-C1DC-C449AC9A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6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977F-8F0F-62EC-15C3-B60DA913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66B09-CB18-A643-7383-6D1124497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FE142-A926-7745-A89D-CC3C35AB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C99F5-03CE-60A2-1765-E96F7D49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9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90D8B-ED4B-2E12-1381-18097B0F9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AD33C7-70D8-505E-4AA2-84B2AFD8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832DC-C58C-3841-2560-6EC33866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639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C118-8514-B781-9C0A-6C051BEB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D20D4-C486-3DAD-054E-84CC875F9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63518-AB4F-5F2C-8EA1-64D578C4B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FD4C0-AED1-C603-70D2-54C7D708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817DF-5D28-D947-0930-6C16E75FD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381FB-60B9-3E23-221D-721790EE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28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E6102-7626-A495-DC0F-3A705E915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F00E2C-F972-B15B-6DD1-C3EB9757F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8D14E-A31B-3353-9A52-1EF12D0ED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089CB-B403-08EA-2DCE-ABB596EA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50DB-B897-75D4-3C3C-DF8370CD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79C5D-5004-240F-DB57-7800C6BA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890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10A7-8E66-80AD-AD79-A39009AE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279C8-3ED6-3E8C-F916-987EF39E6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39A36-B236-2177-80F2-4A5E4DA6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9B159-1272-427F-CED7-37BD4DD87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1D61A-21C6-24FF-F19B-2544DB9A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9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E12E5-F4A9-B4A6-EDBE-160434F35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91AF8-13A1-E540-692F-D5166B452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5BC89-7D47-965E-A441-1C680CE6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C5352-E8FF-E568-39B1-D7FABAFA3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95FC4-D77E-A9C8-7294-E49EA889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4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4F1B8-15B7-18C4-7482-29267A56B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0B907-A6CF-F50C-C183-EC08FFA6D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CCD57-3FCC-9E8E-4ACF-FD958D78E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A6BE8-CEA9-4C29-8B19-C1BBCC6A5AA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C91BF-A1F2-36B6-7DE8-67DEF5443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6C409-F520-6677-8CC2-4FA00CEE3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D2EF0-1B32-464E-A7F8-93839C1A0A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89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3FAC1CBB-49A0-6DA7-BB54-92160B2DB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2768D0-6EE4-43DB-2042-F408BF81FC94}"/>
              </a:ext>
            </a:extLst>
          </p:cNvPr>
          <p:cNvSpPr txBox="1"/>
          <p:nvPr/>
        </p:nvSpPr>
        <p:spPr>
          <a:xfrm>
            <a:off x="3680657" y="1671484"/>
            <a:ext cx="4827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CE1E9-F1DB-1D73-5138-2BA705EE418D}"/>
              </a:ext>
            </a:extLst>
          </p:cNvPr>
          <p:cNvSpPr txBox="1"/>
          <p:nvPr/>
        </p:nvSpPr>
        <p:spPr>
          <a:xfrm>
            <a:off x="1168513" y="2254005"/>
            <a:ext cx="9851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Product Reviews</a:t>
            </a:r>
            <a:endParaRPr lang="en-IN"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B0157-6B97-0C83-4A7F-427EAA9A27E4}"/>
              </a:ext>
            </a:extLst>
          </p:cNvPr>
          <p:cNvSpPr txBox="1"/>
          <p:nvPr/>
        </p:nvSpPr>
        <p:spPr>
          <a:xfrm>
            <a:off x="3134966" y="3106994"/>
            <a:ext cx="591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CSA1706 - ARTIFICIAL INTELLIGENCE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9B75C-014A-BE9C-E09D-0231C5C720C1}"/>
              </a:ext>
            </a:extLst>
          </p:cNvPr>
          <p:cNvSpPr txBox="1"/>
          <p:nvPr/>
        </p:nvSpPr>
        <p:spPr>
          <a:xfrm>
            <a:off x="884903" y="4532671"/>
            <a:ext cx="3814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Times New Roman"/>
              </a:rPr>
              <a:t>UNDER THE SUPERVISION OF: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Dr.Krishna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Kathiresan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67DC4-5FF7-D7C8-FBC5-A91E30BB125B}"/>
              </a:ext>
            </a:extLst>
          </p:cNvPr>
          <p:cNvSpPr txBox="1"/>
          <p:nvPr/>
        </p:nvSpPr>
        <p:spPr>
          <a:xfrm>
            <a:off x="7108723" y="4263186"/>
            <a:ext cx="46506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/>
              </a:rPr>
              <a:t>PRESENTED BY:</a:t>
            </a:r>
          </a:p>
          <a:p>
            <a:r>
              <a:rPr lang="en-US" sz="1600" dirty="0">
                <a:latin typeface="Times New Roman"/>
              </a:rPr>
              <a:t>CH. VENKATA NAVANEETH (192311211)</a:t>
            </a:r>
          </a:p>
          <a:p>
            <a:r>
              <a:rPr lang="en-US" sz="1600" dirty="0">
                <a:latin typeface="Times New Roman"/>
              </a:rPr>
              <a:t>TL BHUVANESH (192311021)</a:t>
            </a:r>
          </a:p>
          <a:p>
            <a:r>
              <a:rPr lang="en-US" sz="1600">
                <a:latin typeface="Times New Roman"/>
              </a:rPr>
              <a:t>K.GOWTHAM (192372078)</a:t>
            </a:r>
            <a:endParaRPr lang="en-US" sz="16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042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F859A010-9688-CAC7-6F00-C6BA5879D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6CE74B-A316-06DF-B428-C6A9D000A007}"/>
              </a:ext>
            </a:extLst>
          </p:cNvPr>
          <p:cNvSpPr txBox="1"/>
          <p:nvPr/>
        </p:nvSpPr>
        <p:spPr>
          <a:xfrm>
            <a:off x="3469263" y="1721854"/>
            <a:ext cx="5250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0466E-5E27-A37D-F844-202A2F77B0F9}"/>
              </a:ext>
            </a:extLst>
          </p:cNvPr>
          <p:cNvSpPr txBox="1"/>
          <p:nvPr/>
        </p:nvSpPr>
        <p:spPr>
          <a:xfrm>
            <a:off x="1417320" y="2625213"/>
            <a:ext cx="7018757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give reviews after purchasing products.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reviews contain useful information about customer opinions.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may receive a large number of reviews.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all reviews manually takes a lot of time.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automatically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reviews.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classifies them as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Neutral, or Negative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 descr="Sentiment Analysis: Types, Tools, and Use Cases">
            <a:extLst>
              <a:ext uri="{FF2B5EF4-FFF2-40B4-BE49-F238E27FC236}">
                <a16:creationId xmlns:a16="http://schemas.microsoft.com/office/drawing/2014/main" id="{11A10234-1176-3655-F6D3-204271E8D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42"/>
          <a:stretch>
            <a:fillRect/>
          </a:stretch>
        </p:blipFill>
        <p:spPr>
          <a:xfrm>
            <a:off x="7844618" y="2880876"/>
            <a:ext cx="3942999" cy="248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6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52553873-52AE-898D-7F49-21CE606EC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3CFDE4-8F1D-3932-E29C-5C1115CBE09A}"/>
              </a:ext>
            </a:extLst>
          </p:cNvPr>
          <p:cNvSpPr txBox="1"/>
          <p:nvPr/>
        </p:nvSpPr>
        <p:spPr>
          <a:xfrm>
            <a:off x="3877302" y="1681316"/>
            <a:ext cx="443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942A-7A1F-D093-35FC-9CD9F83EAAF8}"/>
              </a:ext>
            </a:extLst>
          </p:cNvPr>
          <p:cNvSpPr txBox="1"/>
          <p:nvPr/>
        </p:nvSpPr>
        <p:spPr>
          <a:xfrm>
            <a:off x="1307691" y="2703871"/>
            <a:ext cx="679409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have many customer reviews, but it is difficult to: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review manually.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satisfaction quickly.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products with low ratings.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common customer complaints.</a:t>
            </a:r>
          </a:p>
          <a:p>
            <a:endParaRPr lang="en-IN" dirty="0"/>
          </a:p>
        </p:txBody>
      </p:sp>
      <p:pic>
        <p:nvPicPr>
          <p:cNvPr id="6" name="Picture 5" descr="Sentiment Analysis using BERT | Amazon Review Sentiment Analysis">
            <a:extLst>
              <a:ext uri="{FF2B5EF4-FFF2-40B4-BE49-F238E27FC236}">
                <a16:creationId xmlns:a16="http://schemas.microsoft.com/office/drawing/2014/main" id="{E677D4BE-AD2D-1E0B-E093-01176A25A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394" y="3089574"/>
            <a:ext cx="4798142" cy="269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84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B29F51D1-F841-5113-006B-3DAEC3151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B38CD3-3AA8-2023-6A59-86C5C8B66156}"/>
              </a:ext>
            </a:extLst>
          </p:cNvPr>
          <p:cNvSpPr txBox="1"/>
          <p:nvPr/>
        </p:nvSpPr>
        <p:spPr>
          <a:xfrm>
            <a:off x="3523340" y="1799303"/>
            <a:ext cx="5142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19BBA-6FB2-95F9-5966-11485FD3C128}"/>
              </a:ext>
            </a:extLst>
          </p:cNvPr>
          <p:cNvSpPr txBox="1"/>
          <p:nvPr/>
        </p:nvSpPr>
        <p:spPr>
          <a:xfrm>
            <a:off x="1417320" y="2556387"/>
            <a:ext cx="6961238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product reviews.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product-wise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average product ratings.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reviews as Positive, Neutral and Negative.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common negative keywords.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dissatisfaction.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useful insights for product improvement.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Customer Sentiment Analysis Helps Brands Understand Shoppers | Yotpo">
            <a:extLst>
              <a:ext uri="{FF2B5EF4-FFF2-40B4-BE49-F238E27FC236}">
                <a16:creationId xmlns:a16="http://schemas.microsoft.com/office/drawing/2014/main" id="{2E262C54-C0D1-29E9-2BF4-A4B83BB3F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367" y="3114408"/>
            <a:ext cx="4295067" cy="224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982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B0786872-FD46-F44D-BB46-2E283E495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C3AA7B-7575-693C-3F4E-CF9B1B7C7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409" y="1759973"/>
            <a:ext cx="5770172" cy="5545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8B2CFD-E88F-2D8B-8504-DA6BD530975B}"/>
              </a:ext>
            </a:extLst>
          </p:cNvPr>
          <p:cNvSpPr txBox="1"/>
          <p:nvPr/>
        </p:nvSpPr>
        <p:spPr>
          <a:xfrm>
            <a:off x="3097161" y="1553497"/>
            <a:ext cx="52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 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166F6-B906-0844-EB70-592F4E6DB742}"/>
              </a:ext>
            </a:extLst>
          </p:cNvPr>
          <p:cNvSpPr txBox="1"/>
          <p:nvPr/>
        </p:nvSpPr>
        <p:spPr>
          <a:xfrm>
            <a:off x="1563329" y="1975205"/>
            <a:ext cx="7708490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Product Reviews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Review Data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Review Text into Features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Naive Bayes Model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Reviews as Positive, Neutral, or Negative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Specific Product for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Product Rating and Sentiment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Common Negative Keywords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through Dashboard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Insights for Product Improvement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75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A41546CD-5731-DA3C-9807-BF06FCF85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EC435D-338A-4FF5-143D-9C2D29E5C1C7}"/>
              </a:ext>
            </a:extLst>
          </p:cNvPr>
          <p:cNvSpPr txBox="1"/>
          <p:nvPr/>
        </p:nvSpPr>
        <p:spPr>
          <a:xfrm>
            <a:off x="3636411" y="1759974"/>
            <a:ext cx="4916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A9F01-5BEF-F728-9848-2D8104143E2F}"/>
              </a:ext>
            </a:extLst>
          </p:cNvPr>
          <p:cNvSpPr txBox="1"/>
          <p:nvPr/>
        </p:nvSpPr>
        <p:spPr>
          <a:xfrm>
            <a:off x="2168406" y="2841666"/>
            <a:ext cx="8809703" cy="219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 Module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Sentiment Prediction Module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Insights Module</a:t>
            </a:r>
          </a:p>
        </p:txBody>
      </p:sp>
    </p:spTree>
    <p:extLst>
      <p:ext uri="{BB962C8B-B14F-4D97-AF65-F5344CB8AC3E}">
        <p14:creationId xmlns:p14="http://schemas.microsoft.com/office/powerpoint/2010/main" val="378837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8F3702C1-37EC-70F4-59B1-AC1B7E4E2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DC9E0-7981-9EB0-CB6F-D58A03166238}"/>
              </a:ext>
            </a:extLst>
          </p:cNvPr>
          <p:cNvSpPr txBox="1"/>
          <p:nvPr/>
        </p:nvSpPr>
        <p:spPr>
          <a:xfrm>
            <a:off x="2033753" y="1828801"/>
            <a:ext cx="8121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1 - Product Analysis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920CE-7D6B-10BB-9491-DCA89ECC6F5F}"/>
              </a:ext>
            </a:extLst>
          </p:cNvPr>
          <p:cNvSpPr txBox="1"/>
          <p:nvPr/>
        </p:nvSpPr>
        <p:spPr>
          <a:xfrm>
            <a:off x="1032386" y="2900662"/>
            <a:ext cx="6331975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product.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reviews and ratings.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Positive, Neutral, and Negative percentages.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common negative keywords.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products with customer dissatisfaction.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64BAC-EE48-CDE6-BC2B-2D52DF9B1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767" y="2358860"/>
            <a:ext cx="7026936" cy="429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23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164CE12C-9D3D-234A-D462-97C354D0D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3011B-34E5-147D-6647-6AB82D1B3C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59"/>
          <a:stretch>
            <a:fillRect/>
          </a:stretch>
        </p:blipFill>
        <p:spPr>
          <a:xfrm>
            <a:off x="1358326" y="1905877"/>
            <a:ext cx="9788406" cy="468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0682365D-EBA6-77C2-03FA-2542788B6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DFD36B-DC8A-D336-F6E2-8E90DA586C9C}"/>
              </a:ext>
            </a:extLst>
          </p:cNvPr>
          <p:cNvSpPr txBox="1"/>
          <p:nvPr/>
        </p:nvSpPr>
        <p:spPr>
          <a:xfrm>
            <a:off x="2463718" y="1710814"/>
            <a:ext cx="7261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2 - Sentiment Prediction Module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AD0148-DA2C-25B9-9F03-4017BC22F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989" y="2234034"/>
            <a:ext cx="7566490" cy="46239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723CA0-2CCF-0557-0A42-607E79734225}"/>
              </a:ext>
            </a:extLst>
          </p:cNvPr>
          <p:cNvSpPr txBox="1"/>
          <p:nvPr/>
        </p:nvSpPr>
        <p:spPr>
          <a:xfrm>
            <a:off x="1238864" y="3008670"/>
            <a:ext cx="6479458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new product review.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the review using the trained model.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sentiment as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Neutral, or Negative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prediction result.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395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D3108885-7E89-675A-88E1-66C04DE2D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872810-F8CE-C384-5616-79797ACC8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49" y="1875143"/>
            <a:ext cx="10874477" cy="456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47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9AF7733D-5367-68C6-ACCE-F4C24A87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A16A44-5974-4559-854D-9747BC93627E}"/>
              </a:ext>
            </a:extLst>
          </p:cNvPr>
          <p:cNvSpPr txBox="1"/>
          <p:nvPr/>
        </p:nvSpPr>
        <p:spPr>
          <a:xfrm>
            <a:off x="2082915" y="1740310"/>
            <a:ext cx="8023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3 - Dashboard &amp; Insights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CA171-00F3-CFE0-6DFA-91F433CE8931}"/>
              </a:ext>
            </a:extLst>
          </p:cNvPr>
          <p:cNvSpPr txBox="1"/>
          <p:nvPr/>
        </p:nvSpPr>
        <p:spPr>
          <a:xfrm>
            <a:off x="1248697" y="2927902"/>
            <a:ext cx="8023122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overall review statistics.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sentiment distribution using charts.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product-wise results.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negative feedback and common complaints.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that can help in product improvement.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15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CC2880B9-D738-CA47-86C3-E3D2FDE24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B12648-17E8-9F3F-279D-0988D19BC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08" y="1653942"/>
            <a:ext cx="10343535" cy="486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30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F3FF7E9C-4356-C5D9-EF78-AEB74A2C5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A5D97D-00B3-F10C-72CA-1D44BBF575C7}"/>
              </a:ext>
            </a:extLst>
          </p:cNvPr>
          <p:cNvSpPr txBox="1"/>
          <p:nvPr/>
        </p:nvSpPr>
        <p:spPr>
          <a:xfrm>
            <a:off x="4113276" y="1632154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5CFF4-57FE-2F30-7F42-2E43D56B8096}"/>
              </a:ext>
            </a:extLst>
          </p:cNvPr>
          <p:cNvSpPr txBox="1"/>
          <p:nvPr/>
        </p:nvSpPr>
        <p:spPr>
          <a:xfrm>
            <a:off x="1417320" y="2155374"/>
            <a:ext cx="8650912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reviews.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are classified into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Neutral, and Negative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sentiments.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Product-wise analysis shows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reviews, average rating, and sentiment percentages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negative keywords help identify customer complaints.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presents the results in an easy-to-understand way.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identify products with higher customer dissatisfaction.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can support companies in making product improvement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72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E66416BB-F280-17F1-F265-7BBE9B6B6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10A67F-628F-1CF2-1460-74D5F8B61FEE}"/>
              </a:ext>
            </a:extLst>
          </p:cNvPr>
          <p:cNvSpPr txBox="1"/>
          <p:nvPr/>
        </p:nvSpPr>
        <p:spPr>
          <a:xfrm>
            <a:off x="3274142" y="1632155"/>
            <a:ext cx="5584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B7F44-0040-002A-06C2-6491FB7C3CB1}"/>
              </a:ext>
            </a:extLst>
          </p:cNvPr>
          <p:cNvSpPr txBox="1"/>
          <p:nvPr/>
        </p:nvSpPr>
        <p:spPr>
          <a:xfrm>
            <a:off x="1327355" y="2526890"/>
            <a:ext cx="9979742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an automated way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product reviews.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effort required for manual review analysis.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used to classify review sentiments.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Product-wise analysis helps understand customer satisfaction.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reviews and common complaints provide useful insights for product improvement.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makes customer feedback analysis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easier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922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7201B87F-0AC2-44F1-E505-BB981D277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19E02B-DDE8-7E80-560B-4A842ABC79EF}"/>
              </a:ext>
            </a:extLst>
          </p:cNvPr>
          <p:cNvSpPr txBox="1"/>
          <p:nvPr/>
        </p:nvSpPr>
        <p:spPr>
          <a:xfrm>
            <a:off x="3744566" y="1671483"/>
            <a:ext cx="4699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79FE1-DF72-2740-A552-AB3482A52A09}"/>
              </a:ext>
            </a:extLst>
          </p:cNvPr>
          <p:cNvSpPr txBox="1"/>
          <p:nvPr/>
        </p:nvSpPr>
        <p:spPr>
          <a:xfrm>
            <a:off x="1032387" y="2448232"/>
            <a:ext cx="10264878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review collection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online platforms.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 larger number of products and reviews.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aspect-based sentiment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identify problems such as price, quality, battery, and performance.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sentiment prediction accuracy using advanced ML/deep learning models.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multilingual review analysis.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more detailed product improvement recommendations.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433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_img0.png">
            <a:extLst>
              <a:ext uri="{FF2B5EF4-FFF2-40B4-BE49-F238E27FC236}">
                <a16:creationId xmlns:a16="http://schemas.microsoft.com/office/drawing/2014/main" id="{4F6D3713-0EAA-D08A-95EA-A78C70F8E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970B24-6BB3-7D9A-771B-91635F00ABD1}"/>
              </a:ext>
            </a:extLst>
          </p:cNvPr>
          <p:cNvSpPr txBox="1"/>
          <p:nvPr/>
        </p:nvSpPr>
        <p:spPr>
          <a:xfrm>
            <a:off x="3480619" y="1582994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F1E7B-A8A5-10A3-53DD-D1A530F99F18}"/>
              </a:ext>
            </a:extLst>
          </p:cNvPr>
          <p:cNvSpPr txBox="1"/>
          <p:nvPr/>
        </p:nvSpPr>
        <p:spPr>
          <a:xfrm>
            <a:off x="1199535" y="2106214"/>
            <a:ext cx="9881420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A. K. Singh, S. Sharma, and R. Kumar</a:t>
            </a:r>
            <a:r>
              <a:rPr lang="en-IN" dirty="0"/>
              <a:t>, </a:t>
            </a:r>
            <a:r>
              <a:rPr lang="en-IN" i="1" dirty="0"/>
              <a:t>Sentiment Analysis of Product Reviews Using Machine Learning Techniques</a:t>
            </a:r>
            <a:r>
              <a:rPr lang="en-IN" dirty="0"/>
              <a:t>, </a:t>
            </a:r>
            <a:r>
              <a:rPr lang="en-IN" b="1" dirty="0"/>
              <a:t>2023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M. S. Alharbi and A. Stevenson</a:t>
            </a:r>
            <a:r>
              <a:rPr lang="en-IN" dirty="0"/>
              <a:t>, </a:t>
            </a:r>
            <a:r>
              <a:rPr lang="en-IN" i="1" dirty="0"/>
              <a:t>Deep Learning Approaches for Sentiment Analysis of Customer Reviews</a:t>
            </a:r>
            <a:r>
              <a:rPr lang="en-IN" dirty="0"/>
              <a:t>, </a:t>
            </a:r>
            <a:r>
              <a:rPr lang="en-IN" b="1" dirty="0"/>
              <a:t>2023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S. </a:t>
            </a:r>
            <a:r>
              <a:rPr lang="en-IN" b="1" dirty="0" err="1"/>
              <a:t>Minaee</a:t>
            </a:r>
            <a:r>
              <a:rPr lang="en-IN" b="1" dirty="0"/>
              <a:t>, A. Kalchbrenner, E. Cambria, N. Nikzad, M. </a:t>
            </a:r>
            <a:r>
              <a:rPr lang="en-IN" b="1" dirty="0" err="1"/>
              <a:t>Chenaghlu</a:t>
            </a:r>
            <a:r>
              <a:rPr lang="en-IN" b="1" dirty="0"/>
              <a:t>, and J. Gao</a:t>
            </a:r>
            <a:r>
              <a:rPr lang="en-IN" dirty="0"/>
              <a:t>, </a:t>
            </a:r>
            <a:r>
              <a:rPr lang="en-IN" i="1" dirty="0"/>
              <a:t>Deep Learning-Based Text Classification: A Comprehensive Review</a:t>
            </a:r>
            <a:r>
              <a:rPr lang="en-IN" dirty="0"/>
              <a:t>, </a:t>
            </a:r>
            <a:r>
              <a:rPr lang="en-IN" b="1" dirty="0"/>
              <a:t>2023</a:t>
            </a:r>
            <a:r>
              <a:rPr lang="en-IN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A. Yadav and D. Vishwakarma</a:t>
            </a:r>
            <a:r>
              <a:rPr lang="en-IN" dirty="0"/>
              <a:t>, </a:t>
            </a:r>
            <a:r>
              <a:rPr lang="en-IN" i="1" dirty="0"/>
              <a:t>Sentiment Analysis Using Machine Learning and Deep Learning Techniques: A Review</a:t>
            </a:r>
            <a:r>
              <a:rPr lang="en-IN" dirty="0"/>
              <a:t>, </a:t>
            </a:r>
            <a:r>
              <a:rPr lang="en-IN" b="1" dirty="0"/>
              <a:t>2023</a:t>
            </a:r>
            <a:r>
              <a:rPr lang="en-IN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A. K. Rai, P. Kumar, and S. Gupta</a:t>
            </a:r>
            <a:r>
              <a:rPr lang="en-IN" dirty="0"/>
              <a:t>, </a:t>
            </a:r>
            <a:r>
              <a:rPr lang="en-IN" i="1" dirty="0"/>
              <a:t>Machine Learning Based Sentiment Analysis of Online Product Reviews</a:t>
            </a:r>
            <a:r>
              <a:rPr lang="en-IN" dirty="0"/>
              <a:t>, </a:t>
            </a:r>
            <a:r>
              <a:rPr lang="en-IN" b="1" dirty="0"/>
              <a:t>2024</a:t>
            </a:r>
            <a:r>
              <a:rPr lang="en-IN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821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is may contain: a paper cut out of a person holding the word thank you on a gray background">
            <a:extLst>
              <a:ext uri="{FF2B5EF4-FFF2-40B4-BE49-F238E27FC236}">
                <a16:creationId xmlns:a16="http://schemas.microsoft.com/office/drawing/2014/main" id="{48402C8E-1102-2047-9D6C-EA1EDE726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026" y="731684"/>
            <a:ext cx="8091948" cy="539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4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677</Words>
  <Application>Microsoft Office PowerPoint</Application>
  <PresentationFormat>Widescreen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CH. Navaneeth</dc:creator>
  <cp:lastModifiedBy>CH. Navaneeth</cp:lastModifiedBy>
  <cp:revision>2</cp:revision>
  <dcterms:created xsi:type="dcterms:W3CDTF">2026-08-09T13:55:26Z</dcterms:created>
  <dcterms:modified xsi:type="dcterms:W3CDTF">2026-08-12T07:30:34Z</dcterms:modified>
</cp:coreProperties>
</file>